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12"/>
  </p:notesMasterIdLst>
  <p:sldIdLst>
    <p:sldId id="256" r:id="rId2"/>
    <p:sldId id="257" r:id="rId3"/>
    <p:sldId id="258" r:id="rId4"/>
    <p:sldId id="259" r:id="rId5"/>
    <p:sldId id="260" r:id="rId6"/>
    <p:sldId id="264" r:id="rId7"/>
    <p:sldId id="265" r:id="rId8"/>
    <p:sldId id="266" r:id="rId9"/>
    <p:sldId id="267" r:id="rId10"/>
    <p:sldId id="268"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000" autoAdjust="0"/>
    <p:restoredTop sz="94624" autoAdjust="0"/>
  </p:normalViewPr>
  <p:slideViewPr>
    <p:cSldViewPr snapToGrid="0">
      <p:cViewPr varScale="1">
        <p:scale>
          <a:sx n="69" d="100"/>
          <a:sy n="69" d="100"/>
        </p:scale>
        <p:origin x="-780" y="-102"/>
      </p:cViewPr>
      <p:guideLst>
        <p:guide orient="horz" pos="2160"/>
        <p:guide pos="3840"/>
      </p:guideLst>
    </p:cSldViewPr>
  </p:slideViewPr>
  <p:outlineViewPr>
    <p:cViewPr>
      <p:scale>
        <a:sx n="33" d="100"/>
        <a:sy n="33" d="100"/>
      </p:scale>
      <p:origin x="204" y="0"/>
    </p:cViewPr>
  </p:outlin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F385E4-09A6-428A-9659-4F35BA577F24}" type="datetimeFigureOut">
              <a:rPr lang="en-IN" smtClean="0"/>
              <a:pPr/>
              <a:t>03-09-2024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593220-7529-4C76-BFDF-725A27702995}" type="slidenum">
              <a:rPr lang="en-IN" smtClean="0"/>
              <a:pPr/>
              <a:t>‹#›</a:t>
            </a:fld>
            <a:endParaRPr lang="en-IN"/>
          </a:p>
        </p:txBody>
      </p:sp>
    </p:spTree>
    <p:extLst>
      <p:ext uri="{BB962C8B-B14F-4D97-AF65-F5344CB8AC3E}">
        <p14:creationId xmlns="" xmlns:p14="http://schemas.microsoft.com/office/powerpoint/2010/main" val="1116284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1593220-7529-4C76-BFDF-725A27702995}" type="slidenum">
              <a:rPr lang="en-IN" smtClean="0"/>
              <a:pPr/>
              <a:t>1</a:t>
            </a:fld>
            <a:endParaRPr lang="en-IN"/>
          </a:p>
        </p:txBody>
      </p:sp>
    </p:spTree>
    <p:extLst>
      <p:ext uri="{BB962C8B-B14F-4D97-AF65-F5344CB8AC3E}">
        <p14:creationId xmlns="" xmlns:p14="http://schemas.microsoft.com/office/powerpoint/2010/main" val="39834182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r>
              <a:rPr lang="en-GB" dirty="0" smtClean="0"/>
              <a:t> 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endParaRPr lang="en-GB" dirty="0"/>
          </a:p>
        </p:txBody>
      </p:sp>
      <p:sp>
        <p:nvSpPr>
          <p:cNvPr id="4" name="Slide Number Placeholder 3"/>
          <p:cNvSpPr>
            <a:spLocks noGrp="1"/>
          </p:cNvSpPr>
          <p:nvPr>
            <p:ph type="sldNum" sz="quarter" idx="10"/>
          </p:nvPr>
        </p:nvSpPr>
        <p:spPr/>
        <p:txBody>
          <a:bodyPr/>
          <a:lstStyle/>
          <a:p>
            <a:fld id="{31593220-7529-4C76-BFDF-725A27702995}" type="slidenum">
              <a:rPr lang="en-IN" smtClean="0"/>
              <a:pPr/>
              <a:t>10</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562707" y="1371600"/>
            <a:ext cx="109728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en-US" smtClean="0"/>
              <a:t>Click to edit Master title style</a:t>
            </a:r>
            <a:endParaRPr kumimoji="0" lang="en-US"/>
          </a:p>
        </p:txBody>
      </p:sp>
      <p:sp>
        <p:nvSpPr>
          <p:cNvPr id="28" name="Date Placeholder 27"/>
          <p:cNvSpPr>
            <a:spLocks noGrp="1"/>
          </p:cNvSpPr>
          <p:nvPr>
            <p:ph type="dt" sz="half" idx="10"/>
          </p:nvPr>
        </p:nvSpPr>
        <p:spPr/>
        <p:txBody>
          <a:bodyPr/>
          <a:lstStyle/>
          <a:p>
            <a:fld id="{CA42338B-CBB8-455F-87A8-BAAC272F1146}" type="datetimeFigureOut">
              <a:rPr lang="en-IN" smtClean="0"/>
              <a:pPr/>
              <a:t>03-09-2024</a:t>
            </a:fld>
            <a:endParaRPr lang="en-IN"/>
          </a:p>
        </p:txBody>
      </p:sp>
      <p:sp>
        <p:nvSpPr>
          <p:cNvPr id="17" name="Footer Placeholder 16"/>
          <p:cNvSpPr>
            <a:spLocks noGrp="1"/>
          </p:cNvSpPr>
          <p:nvPr>
            <p:ph type="ftr" sz="quarter" idx="11"/>
          </p:nvPr>
        </p:nvSpPr>
        <p:spPr/>
        <p:txBody>
          <a:bodyPr/>
          <a:lstStyle/>
          <a:p>
            <a:endParaRPr lang="en-IN"/>
          </a:p>
        </p:txBody>
      </p:sp>
      <p:sp>
        <p:nvSpPr>
          <p:cNvPr id="29" name="Slide Number Placeholder 28"/>
          <p:cNvSpPr>
            <a:spLocks noGrp="1"/>
          </p:cNvSpPr>
          <p:nvPr>
            <p:ph type="sldNum" sz="quarter" idx="12"/>
          </p:nvPr>
        </p:nvSpPr>
        <p:spPr/>
        <p:txBody>
          <a:bodyPr/>
          <a:lstStyle/>
          <a:p>
            <a:fld id="{40C345B4-E0F1-456B-AA71-8FD70F96B028}" type="slidenum">
              <a:rPr lang="en-IN" smtClean="0"/>
              <a:pPr/>
              <a:t>‹#›</a:t>
            </a:fld>
            <a:endParaRPr lang="en-IN"/>
          </a:p>
        </p:txBody>
      </p:sp>
      <p:sp>
        <p:nvSpPr>
          <p:cNvPr id="9" name="Subtitle 8"/>
          <p:cNvSpPr>
            <a:spLocks noGrp="1"/>
          </p:cNvSpPr>
          <p:nvPr>
            <p:ph type="subTitle" idx="1"/>
          </p:nvPr>
        </p:nvSpPr>
        <p:spPr>
          <a:xfrm>
            <a:off x="1828800" y="3331698"/>
            <a:ext cx="85344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A42338B-CBB8-455F-87A8-BAAC272F1146}" type="datetimeFigureOut">
              <a:rPr lang="en-IN" smtClean="0"/>
              <a:pPr/>
              <a:t>03-09-2024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0C345B4-E0F1-456B-AA71-8FD70F96B028}"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133600" y="609600"/>
            <a:ext cx="94488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133600" y="2507786"/>
            <a:ext cx="94488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CA42338B-CBB8-455F-87A8-BAAC272F1146}" type="datetimeFigureOut">
              <a:rPr lang="en-IN" smtClean="0"/>
              <a:pPr/>
              <a:t>03-09-2024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566400" y="6416676"/>
            <a:ext cx="1016000" cy="365125"/>
          </a:xfrm>
        </p:spPr>
        <p:txBody>
          <a:bodyPr/>
          <a:lstStyle/>
          <a:p>
            <a:fld id="{40C345B4-E0F1-456B-AA71-8FD70F96B028}" type="slidenum">
              <a:rPr lang="en-IN" smtClean="0"/>
              <a:pPr/>
              <a:t>‹#›</a:t>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609600" y="1600201"/>
            <a:ext cx="53848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6197600" y="1600201"/>
            <a:ext cx="53848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CA42338B-CBB8-455F-87A8-BAAC272F1146}" type="datetimeFigureOut">
              <a:rPr lang="en-IN" smtClean="0"/>
              <a:pPr/>
              <a:t>03-09-2024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0C345B4-E0F1-456B-AA71-8FD70F96B028}"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09600" y="1535113"/>
            <a:ext cx="5386917"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193368" y="1535113"/>
            <a:ext cx="5389033"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9600" y="2362201"/>
            <a:ext cx="5386917"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6193368" y="2362201"/>
            <a:ext cx="5389033"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CA42338B-CBB8-455F-87A8-BAAC272F1146}" type="datetimeFigureOut">
              <a:rPr lang="en-IN" smtClean="0"/>
              <a:pPr/>
              <a:t>03-09-2024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0C345B4-E0F1-456B-AA71-8FD70F96B028}"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CA42338B-CBB8-455F-87A8-BAAC272F1146}" type="datetimeFigureOut">
              <a:rPr lang="en-IN" smtClean="0"/>
              <a:pPr/>
              <a:t>03-09-2024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0C345B4-E0F1-456B-AA71-8FD70F96B028}"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2338B-CBB8-455F-87A8-BAAC272F1146}" type="datetimeFigureOut">
              <a:rPr lang="en-IN" smtClean="0"/>
              <a:pPr/>
              <a:t>03-09-2024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0C345B4-E0F1-456B-AA71-8FD70F96B028}"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09601" y="1524001"/>
            <a:ext cx="4011084"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766733" y="273051"/>
            <a:ext cx="6815667"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CA42338B-CBB8-455F-87A8-BAAC272F1146}" type="datetimeFigureOut">
              <a:rPr lang="en-IN" smtClean="0"/>
              <a:pPr/>
              <a:t>03-09-2024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0C345B4-E0F1-456B-AA71-8FD70F96B028}"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38400" y="609600"/>
            <a:ext cx="7315200" cy="522288"/>
          </a:xfrm>
        </p:spPr>
        <p:txBody>
          <a:bodyPr lIns="45720" rIns="45720" bIns="0" anchor="b">
            <a:sp3d prstMaterial="softEdge"/>
          </a:bodyPr>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2438400" y="1831975"/>
            <a:ext cx="73152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en-US" smtClean="0">
                <a:solidFill>
                  <a:schemeClr val="lt1"/>
                </a:solidFill>
                <a:latin typeface="+mn-lt"/>
                <a:ea typeface="+mn-ea"/>
                <a:cs typeface="+mn-cs"/>
              </a:rPr>
              <a:t>Click icon to add picture</a:t>
            </a:r>
            <a:endParaRPr kumimoji="0" lang="en-US" dirty="0">
              <a:solidFill>
                <a:schemeClr val="lt1"/>
              </a:solidFill>
              <a:latin typeface="+mn-lt"/>
              <a:ea typeface="+mn-ea"/>
              <a:cs typeface="+mn-cs"/>
            </a:endParaRPr>
          </a:p>
        </p:txBody>
      </p:sp>
      <p:sp>
        <p:nvSpPr>
          <p:cNvPr id="4" name="Text Placeholder 3"/>
          <p:cNvSpPr>
            <a:spLocks noGrp="1"/>
          </p:cNvSpPr>
          <p:nvPr>
            <p:ph type="body" sz="half" idx="2"/>
          </p:nvPr>
        </p:nvSpPr>
        <p:spPr>
          <a:xfrm>
            <a:off x="2438400" y="1166787"/>
            <a:ext cx="73152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CA42338B-CBB8-455F-87A8-BAAC272F1146}" type="datetimeFigureOut">
              <a:rPr lang="en-IN" smtClean="0"/>
              <a:pPr/>
              <a:t>03-09-2024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0C345B4-E0F1-456B-AA71-8FD70F96B028}"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A42338B-CBB8-455F-87A8-BAAC272F1146}" type="datetimeFigureOut">
              <a:rPr lang="en-IN" smtClean="0"/>
              <a:pPr/>
              <a:t>03-09-2024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0C345B4-E0F1-456B-AA71-8FD70F96B028}"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A42338B-CBB8-455F-87A8-BAAC272F1146}" type="datetimeFigureOut">
              <a:rPr lang="en-IN" smtClean="0"/>
              <a:pPr/>
              <a:t>03-09-2024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0C345B4-E0F1-456B-AA71-8FD70F96B028}"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09600" y="1600200"/>
            <a:ext cx="10972800" cy="470916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 y="6416676"/>
            <a:ext cx="28448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CA42338B-CBB8-455F-87A8-BAAC272F1146}" type="datetimeFigureOut">
              <a:rPr lang="en-IN" smtClean="0"/>
              <a:pPr/>
              <a:t>03-09-2024</a:t>
            </a:fld>
            <a:endParaRPr lang="en-IN"/>
          </a:p>
        </p:txBody>
      </p:sp>
      <p:sp>
        <p:nvSpPr>
          <p:cNvPr id="3" name="Footer Placeholder 2"/>
          <p:cNvSpPr>
            <a:spLocks noGrp="1"/>
          </p:cNvSpPr>
          <p:nvPr>
            <p:ph type="ftr" sz="quarter" idx="3"/>
          </p:nvPr>
        </p:nvSpPr>
        <p:spPr>
          <a:xfrm>
            <a:off x="4165600" y="6416676"/>
            <a:ext cx="38608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en-IN"/>
          </a:p>
        </p:txBody>
      </p:sp>
      <p:sp>
        <p:nvSpPr>
          <p:cNvPr id="23" name="Slide Number Placeholder 22"/>
          <p:cNvSpPr>
            <a:spLocks noGrp="1"/>
          </p:cNvSpPr>
          <p:nvPr>
            <p:ph type="sldNum" sz="quarter" idx="4"/>
          </p:nvPr>
        </p:nvSpPr>
        <p:spPr>
          <a:xfrm>
            <a:off x="10566400" y="6416676"/>
            <a:ext cx="1016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40C345B4-E0F1-456B-AA71-8FD70F96B028}" type="slidenum">
              <a:rPr lang="en-IN" smtClean="0"/>
              <a:pPr/>
              <a:t>‹#›</a:t>
            </a:fld>
            <a:endParaRPr lang="en-IN"/>
          </a:p>
        </p:txBody>
      </p:sp>
    </p:spTree>
  </p:cSld>
  <p:clrMap bg1="dk1" tx1="lt1" bg2="dk2" tx2="lt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C193C66-B2D9-0348-2C06-EBB2C61C3296}"/>
              </a:ext>
            </a:extLst>
          </p:cNvPr>
          <p:cNvSpPr>
            <a:spLocks noGrp="1"/>
          </p:cNvSpPr>
          <p:nvPr>
            <p:ph type="ctrTitle"/>
          </p:nvPr>
        </p:nvSpPr>
        <p:spPr>
          <a:xfrm>
            <a:off x="1595269" y="-216815"/>
            <a:ext cx="9001462" cy="2073896"/>
          </a:xfrm>
        </p:spPr>
        <p:txBody>
          <a:bodyPr/>
          <a:lstStyle/>
          <a:p>
            <a:r>
              <a:rPr lang="en-US" dirty="0"/>
              <a:t>Employee data analysis using excel </a:t>
            </a:r>
            <a:endParaRPr lang="en-IN" dirty="0"/>
          </a:p>
        </p:txBody>
      </p:sp>
      <p:sp>
        <p:nvSpPr>
          <p:cNvPr id="3" name="Subtitle 2">
            <a:extLst>
              <a:ext uri="{FF2B5EF4-FFF2-40B4-BE49-F238E27FC236}">
                <a16:creationId xmlns="" xmlns:a16="http://schemas.microsoft.com/office/drawing/2014/main" id="{56B66AAF-3D7C-2DA4-FFEE-DBDBA9A7180A}"/>
              </a:ext>
            </a:extLst>
          </p:cNvPr>
          <p:cNvSpPr>
            <a:spLocks noGrp="1"/>
          </p:cNvSpPr>
          <p:nvPr>
            <p:ph type="subTitle" idx="1"/>
          </p:nvPr>
        </p:nvSpPr>
        <p:spPr>
          <a:xfrm>
            <a:off x="1743761" y="2961144"/>
            <a:ext cx="9001462" cy="2382625"/>
          </a:xfrm>
        </p:spPr>
        <p:txBody>
          <a:bodyPr>
            <a:normAutofit fontScale="92500" lnSpcReduction="20000"/>
          </a:bodyPr>
          <a:lstStyle/>
          <a:p>
            <a:pPr algn="l"/>
            <a:r>
              <a:rPr lang="en-US" dirty="0"/>
              <a:t>STUDENT NAME   : </a:t>
            </a:r>
            <a:r>
              <a:rPr lang="en-US" dirty="0" smtClean="0"/>
              <a:t>MADHU MITHA.T</a:t>
            </a:r>
            <a:endParaRPr lang="en-US" dirty="0"/>
          </a:p>
          <a:p>
            <a:pPr algn="l"/>
            <a:r>
              <a:rPr lang="en-US" dirty="0"/>
              <a:t>REGISTER NO       :  </a:t>
            </a:r>
            <a:r>
              <a:rPr lang="en-US" dirty="0" smtClean="0"/>
              <a:t>312204812</a:t>
            </a:r>
            <a:endParaRPr lang="en-US" dirty="0"/>
          </a:p>
          <a:p>
            <a:pPr algn="l"/>
            <a:r>
              <a:rPr lang="en-US" dirty="0"/>
              <a:t>User name             :  </a:t>
            </a:r>
            <a:r>
              <a:rPr lang="en-US" dirty="0" smtClean="0"/>
              <a:t>Asumn217312204812</a:t>
            </a:r>
            <a:endParaRPr lang="en-US" dirty="0"/>
          </a:p>
          <a:p>
            <a:pPr algn="l"/>
            <a:r>
              <a:rPr lang="en-US" dirty="0"/>
              <a:t>DEPARTMENT       : BACHELOR OF COMMERCE</a:t>
            </a:r>
          </a:p>
          <a:p>
            <a:pPr algn="l"/>
            <a:r>
              <a:rPr lang="en-IN" dirty="0"/>
              <a:t>COLLEGE              : THIRUMURUGAN ARTS AND SCIENCE COLLEGE FOR WOMENS</a:t>
            </a:r>
          </a:p>
        </p:txBody>
      </p:sp>
    </p:spTree>
    <p:extLst>
      <p:ext uri="{BB962C8B-B14F-4D97-AF65-F5344CB8AC3E}">
        <p14:creationId xmlns="" xmlns:p14="http://schemas.microsoft.com/office/powerpoint/2010/main" val="4256228522"/>
      </p:ext>
    </p:extLst>
  </p:cSld>
  <p:clrMapOvr>
    <a:masterClrMapping/>
  </p:clrMapOvr>
  <p:transition>
    <p:pull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9CB3A60-A171-6941-40E3-C3A22E05DC0E}"/>
              </a:ext>
            </a:extLst>
          </p:cNvPr>
          <p:cNvSpPr>
            <a:spLocks noGrp="1"/>
          </p:cNvSpPr>
          <p:nvPr>
            <p:ph type="ctrTitle"/>
          </p:nvPr>
        </p:nvSpPr>
        <p:spPr>
          <a:xfrm>
            <a:off x="1595269" y="-603315"/>
            <a:ext cx="9001462" cy="1979628"/>
          </a:xfrm>
        </p:spPr>
        <p:txBody>
          <a:bodyPr/>
          <a:lstStyle/>
          <a:p>
            <a:r>
              <a:rPr lang="en-US" dirty="0"/>
              <a:t>Project title </a:t>
            </a:r>
            <a:endParaRPr lang="en-IN" dirty="0"/>
          </a:p>
        </p:txBody>
      </p:sp>
      <p:sp>
        <p:nvSpPr>
          <p:cNvPr id="3" name="Subtitle 2">
            <a:extLst>
              <a:ext uri="{FF2B5EF4-FFF2-40B4-BE49-F238E27FC236}">
                <a16:creationId xmlns="" xmlns:a16="http://schemas.microsoft.com/office/drawing/2014/main" id="{14085614-87EE-CEB3-FB2F-0D35E9012BDA}"/>
              </a:ext>
            </a:extLst>
          </p:cNvPr>
          <p:cNvSpPr>
            <a:spLocks noGrp="1"/>
          </p:cNvSpPr>
          <p:nvPr>
            <p:ph type="subTitle" idx="1"/>
          </p:nvPr>
        </p:nvSpPr>
        <p:spPr>
          <a:xfrm>
            <a:off x="1595269" y="2450969"/>
            <a:ext cx="9001462" cy="1630837"/>
          </a:xfrm>
        </p:spPr>
        <p:txBody>
          <a:bodyPr>
            <a:noAutofit/>
          </a:bodyPr>
          <a:lstStyle/>
          <a:p>
            <a:r>
              <a:rPr lang="en-US" sz="4800" b="1" dirty="0"/>
              <a:t>Employee Performance Analysis  </a:t>
            </a:r>
          </a:p>
          <a:p>
            <a:r>
              <a:rPr lang="en-US" sz="4800" b="1" dirty="0"/>
              <a:t>Using Excel </a:t>
            </a:r>
            <a:endParaRPr lang="en-IN" sz="4800" b="1" dirty="0"/>
          </a:p>
        </p:txBody>
      </p:sp>
    </p:spTree>
    <p:extLst>
      <p:ext uri="{BB962C8B-B14F-4D97-AF65-F5344CB8AC3E}">
        <p14:creationId xmlns="" xmlns:p14="http://schemas.microsoft.com/office/powerpoint/2010/main" val="38210156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F93584F-13A6-0EA3-1489-54348C9C4FF2}"/>
              </a:ext>
            </a:extLst>
          </p:cNvPr>
          <p:cNvSpPr>
            <a:spLocks noGrp="1"/>
          </p:cNvSpPr>
          <p:nvPr>
            <p:ph type="title"/>
          </p:nvPr>
        </p:nvSpPr>
        <p:spPr>
          <a:xfrm>
            <a:off x="913795" y="141403"/>
            <a:ext cx="10353761" cy="1187776"/>
          </a:xfrm>
        </p:spPr>
        <p:txBody>
          <a:bodyPr>
            <a:normAutofit/>
          </a:bodyPr>
          <a:lstStyle/>
          <a:p>
            <a:r>
              <a:rPr lang="en-US" sz="5400" dirty="0"/>
              <a:t>AGENDA </a:t>
            </a:r>
            <a:endParaRPr lang="en-IN" sz="5400" dirty="0"/>
          </a:p>
        </p:txBody>
      </p:sp>
      <p:sp>
        <p:nvSpPr>
          <p:cNvPr id="3" name="Content Placeholder 2">
            <a:extLst>
              <a:ext uri="{FF2B5EF4-FFF2-40B4-BE49-F238E27FC236}">
                <a16:creationId xmlns="" xmlns:a16="http://schemas.microsoft.com/office/drawing/2014/main" id="{BDC82FE0-356C-67C5-A9ED-952217E64013}"/>
              </a:ext>
            </a:extLst>
          </p:cNvPr>
          <p:cNvSpPr>
            <a:spLocks noGrp="1"/>
          </p:cNvSpPr>
          <p:nvPr>
            <p:ph idx="1"/>
          </p:nvPr>
        </p:nvSpPr>
        <p:spPr>
          <a:xfrm>
            <a:off x="913795" y="1536569"/>
            <a:ext cx="10353762" cy="3949831"/>
          </a:xfrm>
        </p:spPr>
        <p:txBody>
          <a:bodyPr>
            <a:noAutofit/>
          </a:bodyPr>
          <a:lstStyle/>
          <a:p>
            <a:r>
              <a:rPr lang="en-US" sz="2400" b="1" dirty="0"/>
              <a:t>Problem Statement </a:t>
            </a:r>
          </a:p>
          <a:p>
            <a:r>
              <a:rPr lang="en-US" sz="2400" b="1" dirty="0"/>
              <a:t>Project Overview</a:t>
            </a:r>
          </a:p>
          <a:p>
            <a:r>
              <a:rPr lang="en-US" sz="2400" b="1" dirty="0"/>
              <a:t>End users </a:t>
            </a:r>
          </a:p>
          <a:p>
            <a:r>
              <a:rPr lang="en-US" sz="2400" b="1" dirty="0"/>
              <a:t>Our Solution and Proposition</a:t>
            </a:r>
          </a:p>
          <a:p>
            <a:r>
              <a:rPr lang="en-US" sz="2400" b="1" dirty="0"/>
              <a:t>Dataset Description </a:t>
            </a:r>
          </a:p>
          <a:p>
            <a:r>
              <a:rPr lang="en-US" sz="2400" b="1" dirty="0"/>
              <a:t>Modelling Approach </a:t>
            </a:r>
          </a:p>
          <a:p>
            <a:r>
              <a:rPr lang="en-US" sz="2400" b="1" dirty="0"/>
              <a:t>Results and Discussion </a:t>
            </a:r>
          </a:p>
          <a:p>
            <a:r>
              <a:rPr lang="en-US" sz="2400" b="1" dirty="0"/>
              <a:t>Conclusion </a:t>
            </a:r>
            <a:endParaRPr lang="en-IN" sz="2400" b="1" dirty="0"/>
          </a:p>
        </p:txBody>
      </p:sp>
    </p:spTree>
    <p:extLst>
      <p:ext uri="{BB962C8B-B14F-4D97-AF65-F5344CB8AC3E}">
        <p14:creationId xmlns="" xmlns:p14="http://schemas.microsoft.com/office/powerpoint/2010/main" val="28520935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70DAB60-F7AA-54F7-B8CB-C7D36D9B495B}"/>
              </a:ext>
            </a:extLst>
          </p:cNvPr>
          <p:cNvSpPr>
            <a:spLocks noGrp="1"/>
          </p:cNvSpPr>
          <p:nvPr>
            <p:ph type="title"/>
          </p:nvPr>
        </p:nvSpPr>
        <p:spPr>
          <a:xfrm>
            <a:off x="913795" y="-94268"/>
            <a:ext cx="10353761" cy="1329179"/>
          </a:xfrm>
        </p:spPr>
        <p:txBody>
          <a:bodyPr/>
          <a:lstStyle/>
          <a:p>
            <a:r>
              <a:rPr lang="en-US" dirty="0"/>
              <a:t>PROBLEM STATEMENT </a:t>
            </a:r>
            <a:endParaRPr lang="en-IN" dirty="0"/>
          </a:p>
        </p:txBody>
      </p:sp>
      <p:sp>
        <p:nvSpPr>
          <p:cNvPr id="5" name="Content Placeholder 4">
            <a:extLst>
              <a:ext uri="{FF2B5EF4-FFF2-40B4-BE49-F238E27FC236}">
                <a16:creationId xmlns="" xmlns:a16="http://schemas.microsoft.com/office/drawing/2014/main" id="{2C4ED8D9-DF86-8558-5DDD-CCDA505D8956}"/>
              </a:ext>
            </a:extLst>
          </p:cNvPr>
          <p:cNvSpPr>
            <a:spLocks noGrp="1"/>
          </p:cNvSpPr>
          <p:nvPr>
            <p:ph idx="1"/>
          </p:nvPr>
        </p:nvSpPr>
        <p:spPr>
          <a:xfrm>
            <a:off x="913795" y="1036948"/>
            <a:ext cx="10353762" cy="5137608"/>
          </a:xfrm>
        </p:spPr>
        <p:txBody>
          <a:bodyPr>
            <a:normAutofit fontScale="92500" lnSpcReduction="10000"/>
          </a:bodyPr>
          <a:lstStyle/>
          <a:p>
            <a:pPr marL="0" indent="0">
              <a:buNone/>
            </a:pPr>
            <a:endParaRPr lang="en-US" dirty="0"/>
          </a:p>
          <a:p>
            <a:r>
              <a:rPr lang="en-US" dirty="0"/>
              <a:t>Job-Specific Skills: Evaluate how well employees perform the core tasks of their job. This includes technical skills, knowledge, and competency in their specific role.</a:t>
            </a:r>
          </a:p>
          <a:p>
            <a:r>
              <a:rPr lang="en-US" dirty="0"/>
              <a:t>Quality of Work: Assess the accuracy, thoroughness, and effectiveness of the work produced. High-quality work usually meets or exceeds standards and contributes to overall success.</a:t>
            </a:r>
          </a:p>
          <a:p>
            <a:r>
              <a:rPr lang="en-US" dirty="0"/>
              <a:t>Productivity: Measure how efficiently employees complete their tasks. This includes their ability to manage time, meet deadlines, and handle workload effectively.</a:t>
            </a:r>
          </a:p>
          <a:p>
            <a:r>
              <a:rPr lang="en-US" dirty="0"/>
              <a:t>Attendance and Punctuality: Consider the reliability of employees in terms of their attendance and punctuality, as these factors can impact overall team performance.</a:t>
            </a:r>
          </a:p>
          <a:p>
            <a:pPr marL="0" indent="0">
              <a:buNone/>
            </a:pPr>
            <a:endParaRPr lang="en-US" dirty="0"/>
          </a:p>
          <a:p>
            <a:pPr marL="0" indent="0">
              <a:buNone/>
            </a:pPr>
            <a:endParaRPr lang="en-IN" dirty="0"/>
          </a:p>
        </p:txBody>
      </p:sp>
    </p:spTree>
    <p:extLst>
      <p:ext uri="{BB962C8B-B14F-4D97-AF65-F5344CB8AC3E}">
        <p14:creationId xmlns="" xmlns:p14="http://schemas.microsoft.com/office/powerpoint/2010/main" val="4041747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5B466EE-A416-3C4B-6625-B7886C997034}"/>
              </a:ext>
            </a:extLst>
          </p:cNvPr>
          <p:cNvSpPr>
            <a:spLocks noGrp="1"/>
          </p:cNvSpPr>
          <p:nvPr>
            <p:ph type="title"/>
          </p:nvPr>
        </p:nvSpPr>
        <p:spPr>
          <a:xfrm>
            <a:off x="913795" y="122548"/>
            <a:ext cx="10353761" cy="2092751"/>
          </a:xfrm>
        </p:spPr>
        <p:txBody>
          <a:bodyPr/>
          <a:lstStyle/>
          <a:p>
            <a:r>
              <a:rPr lang="en-US" dirty="0"/>
              <a:t>PROJECT OVERVIEW</a:t>
            </a:r>
            <a:endParaRPr lang="en-IN" dirty="0"/>
          </a:p>
        </p:txBody>
      </p:sp>
      <p:sp>
        <p:nvSpPr>
          <p:cNvPr id="3" name="Content Placeholder 2">
            <a:extLst>
              <a:ext uri="{FF2B5EF4-FFF2-40B4-BE49-F238E27FC236}">
                <a16:creationId xmlns="" xmlns:a16="http://schemas.microsoft.com/office/drawing/2014/main" id="{30D29506-F5D8-4FFE-0B7D-AD4679A09E4D}"/>
              </a:ext>
            </a:extLst>
          </p:cNvPr>
          <p:cNvSpPr>
            <a:spLocks noGrp="1"/>
          </p:cNvSpPr>
          <p:nvPr>
            <p:ph idx="1"/>
          </p:nvPr>
        </p:nvSpPr>
        <p:spPr>
          <a:xfrm>
            <a:off x="913795" y="1093509"/>
            <a:ext cx="10353762" cy="4697691"/>
          </a:xfrm>
        </p:spPr>
        <p:txBody>
          <a:bodyPr>
            <a:normAutofit lnSpcReduction="10000"/>
          </a:bodyPr>
          <a:lstStyle/>
          <a:p>
            <a:pPr marL="0" indent="0">
              <a:buNone/>
            </a:pPr>
            <a:endParaRPr lang="en-US" dirty="0"/>
          </a:p>
          <a:p>
            <a:pPr marL="0" indent="0">
              <a:buNone/>
            </a:pPr>
            <a:endParaRPr lang="en-US" dirty="0"/>
          </a:p>
          <a:p>
            <a:pPr marL="0" indent="0">
              <a:buNone/>
            </a:pPr>
            <a:endParaRPr lang="en-US" dirty="0"/>
          </a:p>
          <a:p>
            <a:pPr marL="0" indent="0">
              <a:buNone/>
            </a:pPr>
            <a:r>
              <a:rPr lang="en-US" dirty="0"/>
              <a:t>Analysis of data using employee database for their performance using different matrix</a:t>
            </a:r>
          </a:p>
          <a:p>
            <a:pPr marL="0" indent="0">
              <a:buNone/>
            </a:pPr>
            <a:r>
              <a:rPr lang="en-US" dirty="0"/>
              <a:t>Employee performance refers to how effectively and efficiently an employee executes their job responsibilities and contributes to the organization's goals. It encompasses various aspects of an employee's work, including the quality, quantity, and impact of their output.</a:t>
            </a:r>
            <a:endParaRPr lang="en-IN" dirty="0"/>
          </a:p>
        </p:txBody>
      </p:sp>
    </p:spTree>
    <p:extLst>
      <p:ext uri="{BB962C8B-B14F-4D97-AF65-F5344CB8AC3E}">
        <p14:creationId xmlns="" xmlns:p14="http://schemas.microsoft.com/office/powerpoint/2010/main" val="5199121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039A51A-33B7-A5A9-0248-D7A64F013F74}"/>
              </a:ext>
            </a:extLst>
          </p:cNvPr>
          <p:cNvSpPr>
            <a:spLocks noGrp="1"/>
          </p:cNvSpPr>
          <p:nvPr>
            <p:ph type="title"/>
          </p:nvPr>
        </p:nvSpPr>
        <p:spPr>
          <a:xfrm>
            <a:off x="913795" y="141403"/>
            <a:ext cx="10353761" cy="925398"/>
          </a:xfrm>
        </p:spPr>
        <p:txBody>
          <a:bodyPr/>
          <a:lstStyle/>
          <a:p>
            <a:r>
              <a:rPr lang="en-IN" dirty="0"/>
              <a:t>DATASET DESCRIPTION</a:t>
            </a:r>
          </a:p>
        </p:txBody>
      </p:sp>
      <p:sp>
        <p:nvSpPr>
          <p:cNvPr id="3" name="Content Placeholder 2">
            <a:extLst>
              <a:ext uri="{FF2B5EF4-FFF2-40B4-BE49-F238E27FC236}">
                <a16:creationId xmlns="" xmlns:a16="http://schemas.microsoft.com/office/drawing/2014/main" id="{45E0E804-C404-F7FD-EEA9-BAF1A31534FD}"/>
              </a:ext>
            </a:extLst>
          </p:cNvPr>
          <p:cNvSpPr>
            <a:spLocks noGrp="1"/>
          </p:cNvSpPr>
          <p:nvPr>
            <p:ph idx="1"/>
          </p:nvPr>
        </p:nvSpPr>
        <p:spPr>
          <a:xfrm>
            <a:off x="913795" y="1338606"/>
            <a:ext cx="10353762" cy="4452594"/>
          </a:xfrm>
        </p:spPr>
        <p:txBody>
          <a:bodyPr>
            <a:normAutofit lnSpcReduction="10000"/>
          </a:bodyPr>
          <a:lstStyle/>
          <a:p>
            <a:pPr marL="0" indent="0">
              <a:buNone/>
            </a:pPr>
            <a:r>
              <a:rPr lang="en-IN" dirty="0"/>
              <a:t>Employee data set – Kaggle</a:t>
            </a:r>
          </a:p>
          <a:p>
            <a:pPr marL="0" indent="0">
              <a:buNone/>
            </a:pPr>
            <a:r>
              <a:rPr lang="en-IN" dirty="0"/>
              <a:t>26features</a:t>
            </a:r>
          </a:p>
          <a:p>
            <a:r>
              <a:rPr lang="en-US" dirty="0"/>
              <a:t>Feature - 9 feature </a:t>
            </a:r>
          </a:p>
          <a:p>
            <a:r>
              <a:rPr lang="en-US" dirty="0"/>
              <a:t>Employee id </a:t>
            </a:r>
          </a:p>
          <a:p>
            <a:r>
              <a:rPr lang="en-US" dirty="0"/>
              <a:t>Gender - male, female </a:t>
            </a:r>
          </a:p>
          <a:p>
            <a:r>
              <a:rPr lang="en-US" dirty="0"/>
              <a:t>Performance </a:t>
            </a:r>
          </a:p>
          <a:p>
            <a:r>
              <a:rPr lang="en-US" dirty="0"/>
              <a:t>Business unit </a:t>
            </a:r>
          </a:p>
          <a:p>
            <a:r>
              <a:rPr lang="en-US" dirty="0"/>
              <a:t>Name </a:t>
            </a:r>
          </a:p>
          <a:p>
            <a:r>
              <a:rPr lang="en-US" dirty="0"/>
              <a:t>Rating - numerical</a:t>
            </a:r>
            <a:endParaRPr lang="en-IN" dirty="0"/>
          </a:p>
        </p:txBody>
      </p:sp>
    </p:spTree>
    <p:extLst>
      <p:ext uri="{BB962C8B-B14F-4D97-AF65-F5344CB8AC3E}">
        <p14:creationId xmlns="" xmlns:p14="http://schemas.microsoft.com/office/powerpoint/2010/main" val="2409468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6E4AB7B-36DC-9B5C-F95F-03E42E901530}"/>
              </a:ext>
            </a:extLst>
          </p:cNvPr>
          <p:cNvSpPr>
            <a:spLocks noGrp="1"/>
          </p:cNvSpPr>
          <p:nvPr>
            <p:ph type="title"/>
          </p:nvPr>
        </p:nvSpPr>
        <p:spPr>
          <a:xfrm>
            <a:off x="913795" y="179110"/>
            <a:ext cx="10353761" cy="1112362"/>
          </a:xfrm>
        </p:spPr>
        <p:txBody>
          <a:bodyPr/>
          <a:lstStyle/>
          <a:p>
            <a:r>
              <a:rPr lang="en-IN" dirty="0"/>
              <a:t>THE “WOW” IN OUR SOLUTION</a:t>
            </a:r>
          </a:p>
        </p:txBody>
      </p:sp>
      <p:sp>
        <p:nvSpPr>
          <p:cNvPr id="3" name="Content Placeholder 2">
            <a:extLst>
              <a:ext uri="{FF2B5EF4-FFF2-40B4-BE49-F238E27FC236}">
                <a16:creationId xmlns="" xmlns:a16="http://schemas.microsoft.com/office/drawing/2014/main" id="{801DDD00-FC7D-EF6C-0FE2-047A37DDAF03}"/>
              </a:ext>
            </a:extLst>
          </p:cNvPr>
          <p:cNvSpPr>
            <a:spLocks noGrp="1"/>
          </p:cNvSpPr>
          <p:nvPr>
            <p:ph idx="1"/>
          </p:nvPr>
        </p:nvSpPr>
        <p:spPr>
          <a:xfrm>
            <a:off x="913795" y="1291472"/>
            <a:ext cx="10353762" cy="4939646"/>
          </a:xfrm>
        </p:spPr>
        <p:txBody>
          <a:bodyPr>
            <a:normAutofit fontScale="77500" lnSpcReduction="20000"/>
          </a:bodyPr>
          <a:lstStyle/>
          <a:p>
            <a:r>
              <a:rPr lang="en-US" b="1" dirty="0"/>
              <a:t>Exceptional Problem-Solving Skills</a:t>
            </a:r>
            <a:r>
              <a:rPr lang="en-US" dirty="0"/>
              <a:t>: Employees who can tackle complex issues creatively and effectively often make a significant impact. Look for individuals who proactively address challenges and come up with innovative solutions.</a:t>
            </a:r>
            <a:endParaRPr lang="en-IN" dirty="0"/>
          </a:p>
          <a:p>
            <a:r>
              <a:rPr lang="en-US" b="1" dirty="0"/>
              <a:t>Outstanding Communication</a:t>
            </a:r>
            <a:r>
              <a:rPr lang="en-US" dirty="0"/>
              <a:t>: Employees who excel in both verbal and written communication can drive projects forward, facilitate better team collaboration, and improve client relations. Their ability to articulate ideas clearly and listen actively can be game-changing.</a:t>
            </a:r>
          </a:p>
          <a:p>
            <a:r>
              <a:rPr lang="en-US" b="1" dirty="0"/>
              <a:t>Leadership and Initiative</a:t>
            </a:r>
            <a:r>
              <a:rPr lang="en-US" dirty="0"/>
              <a:t>: Those who go beyond their job description by taking on leadership roles, mentoring others, or spearheading new initiatives demonstrate a high level of engagement and commitment.</a:t>
            </a:r>
          </a:p>
          <a:p>
            <a:r>
              <a:rPr lang="en-US" b="1" dirty="0"/>
              <a:t>Continuous Learning and Improvement</a:t>
            </a:r>
            <a:r>
              <a:rPr lang="en-US" dirty="0"/>
              <a:t>: Employees who actively seek out opportunities for growth, whether through additional training, certifications, or staying current with industry trends, show a commitment to both their personal development and the company's success.</a:t>
            </a:r>
            <a:endParaRPr lang="en-IN" dirty="0"/>
          </a:p>
        </p:txBody>
      </p:sp>
    </p:spTree>
    <p:extLst>
      <p:ext uri="{BB962C8B-B14F-4D97-AF65-F5344CB8AC3E}">
        <p14:creationId xmlns="" xmlns:p14="http://schemas.microsoft.com/office/powerpoint/2010/main" val="36908266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72D452E-BF48-3A51-0AE8-D8240D07ACCB}"/>
              </a:ext>
            </a:extLst>
          </p:cNvPr>
          <p:cNvSpPr>
            <a:spLocks noGrp="1"/>
          </p:cNvSpPr>
          <p:nvPr>
            <p:ph type="title"/>
          </p:nvPr>
        </p:nvSpPr>
        <p:spPr>
          <a:xfrm>
            <a:off x="913795" y="216815"/>
            <a:ext cx="10353762" cy="1508289"/>
          </a:xfrm>
        </p:spPr>
        <p:txBody>
          <a:bodyPr/>
          <a:lstStyle/>
          <a:p>
            <a:r>
              <a:rPr lang="en-IN" dirty="0"/>
              <a:t>MODELLING </a:t>
            </a:r>
          </a:p>
        </p:txBody>
      </p:sp>
      <p:sp>
        <p:nvSpPr>
          <p:cNvPr id="3" name="Content Placeholder 2">
            <a:extLst>
              <a:ext uri="{FF2B5EF4-FFF2-40B4-BE49-F238E27FC236}">
                <a16:creationId xmlns="" xmlns:a16="http://schemas.microsoft.com/office/drawing/2014/main" id="{806D582E-78B3-A59F-9650-F2261BA96B0F}"/>
              </a:ext>
            </a:extLst>
          </p:cNvPr>
          <p:cNvSpPr>
            <a:spLocks noGrp="1"/>
          </p:cNvSpPr>
          <p:nvPr>
            <p:ph idx="1"/>
          </p:nvPr>
        </p:nvSpPr>
        <p:spPr>
          <a:xfrm>
            <a:off x="913795" y="1725104"/>
            <a:ext cx="10353762" cy="4066096"/>
          </a:xfrm>
        </p:spPr>
        <p:txBody>
          <a:bodyPr/>
          <a:lstStyle/>
          <a:p>
            <a:r>
              <a:rPr lang="en-US" dirty="0"/>
              <a:t>Data collection - books and google</a:t>
            </a:r>
          </a:p>
          <a:p>
            <a:r>
              <a:rPr lang="en-US" dirty="0"/>
              <a:t>Data cleaning - Define Data Requirements, Gather Data</a:t>
            </a:r>
          </a:p>
          <a:p>
            <a:r>
              <a:rPr lang="en-US" dirty="0"/>
              <a:t>Techniques - Regular Performance Reviews, Goal Setting and Management</a:t>
            </a:r>
          </a:p>
          <a:p>
            <a:r>
              <a:rPr lang="en-US" dirty="0"/>
              <a:t>Pivot table - to analyze employee performance data can provide valuable insights and help you summarize, analyze, and present performance information effectively</a:t>
            </a:r>
            <a:endParaRPr lang="en-IN" dirty="0"/>
          </a:p>
        </p:txBody>
      </p:sp>
    </p:spTree>
    <p:extLst>
      <p:ext uri="{BB962C8B-B14F-4D97-AF65-F5344CB8AC3E}">
        <p14:creationId xmlns="" xmlns:p14="http://schemas.microsoft.com/office/powerpoint/2010/main" val="2630448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D3DC456-F757-64D2-E219-2813B8F9A19F}"/>
              </a:ext>
            </a:extLst>
          </p:cNvPr>
          <p:cNvSpPr>
            <a:spLocks noGrp="1"/>
          </p:cNvSpPr>
          <p:nvPr>
            <p:ph type="title"/>
          </p:nvPr>
        </p:nvSpPr>
        <p:spPr>
          <a:xfrm>
            <a:off x="913795" y="207390"/>
            <a:ext cx="10353761" cy="859410"/>
          </a:xfrm>
        </p:spPr>
        <p:txBody>
          <a:bodyPr/>
          <a:lstStyle/>
          <a:p>
            <a:r>
              <a:rPr lang="en-IN" dirty="0"/>
              <a:t>results</a:t>
            </a:r>
          </a:p>
        </p:txBody>
      </p:sp>
      <p:pic>
        <p:nvPicPr>
          <p:cNvPr id="9" name="Content Placeholder 8">
            <a:extLst>
              <a:ext uri="{FF2B5EF4-FFF2-40B4-BE49-F238E27FC236}">
                <a16:creationId xmlns="" xmlns:a16="http://schemas.microsoft.com/office/drawing/2014/main" id="{81134A97-DF37-AB66-A94B-8E88DD159808}"/>
              </a:ext>
            </a:extLst>
          </p:cNvPr>
          <p:cNvPicPr>
            <a:picLocks noGrp="1" noChangeAspect="1"/>
          </p:cNvPicPr>
          <p:nvPr>
            <p:ph idx="1"/>
          </p:nvPr>
        </p:nvPicPr>
        <p:blipFill>
          <a:blip r:embed="rId2">
            <a:extLst>
              <a:ext uri="{28A0092B-C50C-407E-A947-70E740481C1C}">
                <a14:useLocalDpi xmlns="" xmlns:a14="http://schemas.microsoft.com/office/drawing/2010/main" val="0"/>
              </a:ext>
            </a:extLst>
          </a:blip>
          <a:stretch>
            <a:fillRect/>
          </a:stretch>
        </p:blipFill>
        <p:spPr>
          <a:xfrm>
            <a:off x="6241182" y="1357313"/>
            <a:ext cx="4433887" cy="4433887"/>
          </a:xfrm>
        </p:spPr>
      </p:pic>
      <p:pic>
        <p:nvPicPr>
          <p:cNvPr id="11" name="Picture 10">
            <a:extLst>
              <a:ext uri="{FF2B5EF4-FFF2-40B4-BE49-F238E27FC236}">
                <a16:creationId xmlns="" xmlns:a16="http://schemas.microsoft.com/office/drawing/2014/main" id="{FF73016C-CCDD-91EB-514C-37106E2B0D51}"/>
              </a:ext>
            </a:extLst>
          </p:cNvPr>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1516931" y="1357313"/>
            <a:ext cx="4433887" cy="4433887"/>
          </a:xfrm>
          <a:prstGeom prst="rect">
            <a:avLst/>
          </a:prstGeom>
        </p:spPr>
      </p:pic>
    </p:spTree>
    <p:extLst>
      <p:ext uri="{BB962C8B-B14F-4D97-AF65-F5344CB8AC3E}">
        <p14:creationId xmlns="" xmlns:p14="http://schemas.microsoft.com/office/powerpoint/2010/main" val="2009942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E98E03F-3531-2CFA-DB93-0BEAA448D398}"/>
              </a:ext>
            </a:extLst>
          </p:cNvPr>
          <p:cNvSpPr>
            <a:spLocks noGrp="1"/>
          </p:cNvSpPr>
          <p:nvPr>
            <p:ph type="title"/>
          </p:nvPr>
        </p:nvSpPr>
        <p:spPr>
          <a:xfrm>
            <a:off x="913795" y="358220"/>
            <a:ext cx="10353761" cy="1414019"/>
          </a:xfrm>
        </p:spPr>
        <p:txBody>
          <a:bodyPr/>
          <a:lstStyle/>
          <a:p>
            <a:r>
              <a:rPr lang="en-IN" dirty="0"/>
              <a:t>conclusion</a:t>
            </a:r>
          </a:p>
        </p:txBody>
      </p:sp>
      <p:pic>
        <p:nvPicPr>
          <p:cNvPr id="5" name="Content Placeholder 4">
            <a:extLst>
              <a:ext uri="{FF2B5EF4-FFF2-40B4-BE49-F238E27FC236}">
                <a16:creationId xmlns="" xmlns:a16="http://schemas.microsoft.com/office/drawing/2014/main" id="{0E5610FE-A452-1EE8-4AD8-9A1CC1FD4DC1}"/>
              </a:ext>
            </a:extLst>
          </p:cNvPr>
          <p:cNvPicPr>
            <a:picLocks noGrp="1" noChangeAspect="1"/>
          </p:cNvPicPr>
          <p:nvPr>
            <p:ph idx="1"/>
          </p:nvPr>
        </p:nvPicPr>
        <p:blipFill>
          <a:blip r:embed="rId3">
            <a:extLst>
              <a:ext uri="{28A0092B-C50C-407E-A947-70E740481C1C}">
                <a14:useLocalDpi xmlns="" xmlns:a14="http://schemas.microsoft.com/office/drawing/2010/main" val="0"/>
              </a:ext>
            </a:extLst>
          </a:blip>
          <a:stretch>
            <a:fillRect/>
          </a:stretch>
        </p:blipFill>
        <p:spPr>
          <a:xfrm>
            <a:off x="3826414" y="1406770"/>
            <a:ext cx="4807932" cy="2461846"/>
          </a:xfrm>
        </p:spPr>
      </p:pic>
      <p:sp>
        <p:nvSpPr>
          <p:cNvPr id="7" name="TextBox 6"/>
          <p:cNvSpPr txBox="1"/>
          <p:nvPr/>
        </p:nvSpPr>
        <p:spPr>
          <a:xfrm>
            <a:off x="863449" y="3907021"/>
            <a:ext cx="9782668" cy="1477328"/>
          </a:xfrm>
          <a:prstGeom prst="rect">
            <a:avLst/>
          </a:prstGeom>
          <a:noFill/>
        </p:spPr>
        <p:txBody>
          <a:bodyPr wrap="square" rtlCol="0">
            <a:spAutoFit/>
          </a:bodyPr>
          <a:lstStyle/>
          <a:p>
            <a:r>
              <a:rPr lang="en-GB" dirty="0" smtClean="0"/>
              <a:t>Employee a consistently exceeded sales targets and demonstrated explanation costumer satisfaction skills . Employee B showed improvement in productivity but needs to work on customer satisfaction . Employee C </a:t>
            </a:r>
            <a:r>
              <a:rPr lang="en-GB" dirty="0" err="1" smtClean="0"/>
              <a:t>stuggled</a:t>
            </a:r>
            <a:r>
              <a:rPr lang="en-GB" dirty="0" smtClean="0"/>
              <a:t> with sales performance but demonstrated strengths in productivity .</a:t>
            </a:r>
            <a:endParaRPr lang="en-GB" dirty="0" smtClean="0"/>
          </a:p>
          <a:p>
            <a:endParaRPr lang="en-GB" dirty="0"/>
          </a:p>
        </p:txBody>
      </p:sp>
    </p:spTree>
    <p:extLst>
      <p:ext uri="{BB962C8B-B14F-4D97-AF65-F5344CB8AC3E}">
        <p14:creationId xmlns="" xmlns:p14="http://schemas.microsoft.com/office/powerpoint/2010/main" val="49471782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ex">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Apex</Template>
  <TotalTime>258</TotalTime>
  <Words>2642</Words>
  <Application>Microsoft Office PowerPoint</Application>
  <PresentationFormat>Custom</PresentationFormat>
  <Paragraphs>88</Paragraphs>
  <Slides>10</Slides>
  <Notes>2</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Apex</vt:lpstr>
      <vt:lpstr>Employee data analysis using excel </vt:lpstr>
      <vt:lpstr>Project title </vt:lpstr>
      <vt:lpstr>AGENDA </vt:lpstr>
      <vt:lpstr>PROBLEM STATEMENT </vt:lpstr>
      <vt:lpstr>PROJECT OVERVIEW</vt:lpstr>
      <vt:lpstr>DATASET DESCRIPTION</vt:lpstr>
      <vt:lpstr>THE “WOW” IN OUR SOLUTION</vt:lpstr>
      <vt:lpstr>MODELLING </vt:lpstr>
      <vt:lpstr>results</vt:lpstr>
      <vt:lpstr>conclusion</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Employee data analysis using excel </dc:title>
  <dc:creator>tata harilegasri</dc:creator>
  <cp:lastModifiedBy>kic</cp:lastModifiedBy>
  <cp:revision>12</cp:revision>
  <dcterms:created xsi:type="dcterms:W3CDTF">2024-08-30T06:42:20Z</dcterms:created>
  <dcterms:modified xsi:type="dcterms:W3CDTF">2024-09-03T06:58:42Z</dcterms:modified>
</cp:coreProperties>
</file>